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git 써보기" id="{F0B72D39-D94A-44A2-B982-20F69D5DCA89}">
          <p14:sldIdLst>
            <p14:sldId id="256"/>
            <p14:sldId id="257"/>
            <p14:sldId id="258"/>
            <p14:sldId id="259"/>
          </p14:sldIdLst>
        </p14:section>
        <p14:section name="2. git hub 시작하기" id="{7F4E3A60-8F82-4A9F-BC6E-977BCA53E74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85D27-DCDD-60FB-2CCC-73FF43F48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394F0-CA9A-49B0-1A5E-946E9512C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82B92E-222F-2E75-F6A7-A27EC8B2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2F0071-70FF-2986-8C2E-A8895E21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297B1-CE0B-EDD0-E6D1-021833FA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88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88AAD-5738-C8DE-99DA-7A3F2054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E3F6AC-0016-0143-8B37-12F50285D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70E97-EDB4-6494-A95E-D8E6B1D2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D8870-B69A-029C-0F98-84A1C419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70A32-3D19-9642-1BE0-41E7F378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95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C75FA-67F8-EA2B-0CAC-9197E9DB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74F9AD-70F1-3212-FC59-55449DF50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66F9F-1A2B-ED68-6881-0DBD9728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6C8AAF-C0F3-6187-9D5C-747AD15A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D052F-6224-B1D3-6D67-64799A95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0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59C0A-D6FA-3DFF-E8FD-E1ADEEBE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C012C-DC73-07DF-526E-0303BC066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F4C35E-A44B-AB7E-EDC6-508D83BFB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7B873C-7317-515C-7281-76CDBC68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B21043-7150-C185-D2D8-4368D7DA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5B8FAE-9193-033E-A22A-78F7E64A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93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68881-35BD-2D39-6445-C97BFCF5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24BBAC-7D81-9772-C3B0-EDF4126DA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2499AD-7BD6-278A-A444-31A55F328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3B52FE-8A83-ABCD-509D-748882F2C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73CE3C-6F42-2B83-259C-FAA43170D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B60E91-AB40-63E0-AAB2-7CD74194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334DD8-4941-E8DB-B1A9-664F5B64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FF424B-B490-C5CC-E41F-1BF1BDE6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56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CEA8C-E6B7-470D-B11C-C41AA78E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90D7AC-D0D5-EA9B-4694-8B64CD13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EA55EC-B401-ED76-B3C5-794E5B22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226F34-8C61-6A0F-7EBB-90258708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6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E31079-CAE9-F1B6-EAC5-BA0A4798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9486B3-0177-50CA-83DF-C79F576B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849AA9-C428-FCDE-682F-72D18115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63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8C62D-13AC-C440-9416-CF0DC4B9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86B45-E1F0-C97B-A1F3-05DF41489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68A96-1AE0-C924-D49A-B74CB69F4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9EA07D-03BC-4209-65B1-677979A5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335C6C-FEB3-04D0-6558-8DEAEFAF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729A-5BE3-92B8-5428-E14BC225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42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3F4B5-80C0-B132-4911-B4F11201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8D3FB1-062E-66B6-D87A-8E0072C23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965B0D-F5A5-2235-15AE-192A30EBF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3321B-B80B-AF3D-BC8D-8FFF3644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0F6F4-FE10-3ECC-365C-D863F5CD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982B11-69A6-875F-2BA6-964DCFB2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2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81DD1-4CC6-8578-759F-DD9F29F3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49B273-56B0-C162-48A2-20C180465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61AD88-BDCD-EE23-756C-B0C975AC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8014C8-D0DA-944A-73BC-1295FA55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67949-5F9B-BD4D-1241-0267D424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94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A8A49C-590F-D1C4-D038-4E29B32D2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DF99DB-6BE9-8A37-55F5-4964CD76D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F98F3-35AF-43A9-C1EB-36EEC5D9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F308E-78BB-685C-88E9-6708D8C5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4423E3-A4D6-FCA4-12EB-AAB34600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3FC5BF-A268-9783-9020-CB3A7D65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6C8C3-C137-24A2-93F2-93A0A23F1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61F12-F046-E39E-B2BD-9995E3398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56097-0C12-427C-BB83-9FE11CF68DA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05503-FF6C-3F18-2C43-1D5A1B02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A3C857-CAC6-77F1-972F-EA30B0EAD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9F8F9-AE7B-474A-8DAA-BA579A3F2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75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5288C8-6173-973B-6559-46C13422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1" y="452022"/>
            <a:ext cx="4420217" cy="5953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1661F-469B-551C-F29F-C2B857DACEFF}"/>
              </a:ext>
            </a:extLst>
          </p:cNvPr>
          <p:cNvSpPr txBox="1"/>
          <p:nvPr/>
        </p:nvSpPr>
        <p:spPr>
          <a:xfrm>
            <a:off x="2753312" y="555048"/>
            <a:ext cx="1412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폴더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B99E7-EF45-A0B4-E7CD-62A2A6CD3CE4}"/>
              </a:ext>
            </a:extLst>
          </p:cNvPr>
          <p:cNvSpPr txBox="1"/>
          <p:nvPr/>
        </p:nvSpPr>
        <p:spPr>
          <a:xfrm>
            <a:off x="2762549" y="952211"/>
            <a:ext cx="1412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폴더로 이동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4B8A3-BB72-D354-6032-0E25B902E7BE}"/>
              </a:ext>
            </a:extLst>
          </p:cNvPr>
          <p:cNvSpPr txBox="1"/>
          <p:nvPr/>
        </p:nvSpPr>
        <p:spPr>
          <a:xfrm>
            <a:off x="3325967" y="1301458"/>
            <a:ext cx="1412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Master</a:t>
            </a:r>
            <a:r>
              <a:rPr lang="ko-KR" altLang="en-US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 설정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6720C-DEDF-BB31-A2EC-FF9DDA2F76F5}"/>
              </a:ext>
            </a:extLst>
          </p:cNvPr>
          <p:cNvSpPr txBox="1"/>
          <p:nvPr/>
        </p:nvSpPr>
        <p:spPr>
          <a:xfrm>
            <a:off x="3316730" y="2927058"/>
            <a:ext cx="1412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Safe directory </a:t>
            </a:r>
            <a:r>
              <a:rPr lang="ko-KR" altLang="en-US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F3676-51C7-B18E-FDE0-FD8674078269}"/>
              </a:ext>
            </a:extLst>
          </p:cNvPr>
          <p:cNvSpPr txBox="1"/>
          <p:nvPr/>
        </p:nvSpPr>
        <p:spPr>
          <a:xfrm>
            <a:off x="3676948" y="3943058"/>
            <a:ext cx="141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.git </a:t>
            </a:r>
            <a:r>
              <a:rPr lang="ko-KR" altLang="en-US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폴더가 </a:t>
            </a:r>
            <a:endParaRPr lang="en-US" altLang="ko-KR" sz="8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Repository</a:t>
            </a:r>
            <a:endParaRPr lang="ko-KR" altLang="en-US" sz="8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8EBEEF5-DA47-4E06-56D5-FC397E02F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51" y="452022"/>
            <a:ext cx="4816052" cy="59206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EEBD99-FB4B-C7BE-461F-930E8A313AF5}"/>
              </a:ext>
            </a:extLst>
          </p:cNvPr>
          <p:cNvSpPr txBox="1"/>
          <p:nvPr/>
        </p:nvSpPr>
        <p:spPr>
          <a:xfrm>
            <a:off x="9077912" y="1198432"/>
            <a:ext cx="112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폴더에 만든 </a:t>
            </a:r>
            <a:endParaRPr lang="en-US" altLang="ko-KR" sz="9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파일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E5513-AC39-889C-A0EB-14A7BE6F81B4}"/>
              </a:ext>
            </a:extLst>
          </p:cNvPr>
          <p:cNvSpPr txBox="1"/>
          <p:nvPr/>
        </p:nvSpPr>
        <p:spPr>
          <a:xfrm>
            <a:off x="8842962" y="1668332"/>
            <a:ext cx="12789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Config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User name &amp;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User email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설정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883CE-9252-F79C-2427-AAE772099673}"/>
              </a:ext>
            </a:extLst>
          </p:cNvPr>
          <p:cNvSpPr txBox="1"/>
          <p:nvPr/>
        </p:nvSpPr>
        <p:spPr>
          <a:xfrm>
            <a:off x="8608012" y="3392473"/>
            <a:ext cx="127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Commit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</a:t>
            </a:r>
            <a:endParaRPr lang="en-US" altLang="ko-KR" sz="9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add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C07C6-0015-A337-233A-DC44A78C55FE}"/>
              </a:ext>
            </a:extLst>
          </p:cNvPr>
          <p:cNvSpPr txBox="1"/>
          <p:nvPr/>
        </p:nvSpPr>
        <p:spPr>
          <a:xfrm>
            <a:off x="8713810" y="4724199"/>
            <a:ext cx="15372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Commit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</a:t>
            </a:r>
            <a:endParaRPr lang="en-US" altLang="ko-KR" sz="9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파일 </a:t>
            </a:r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add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Add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해야 </a:t>
            </a:r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Tracking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EBC541-6B46-4EF8-190B-65DA843E4B8D}"/>
              </a:ext>
            </a:extLst>
          </p:cNvPr>
          <p:cNvSpPr txBox="1"/>
          <p:nvPr/>
        </p:nvSpPr>
        <p:spPr>
          <a:xfrm>
            <a:off x="8692609" y="5208718"/>
            <a:ext cx="15372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Commit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</a:t>
            </a:r>
            <a:endParaRPr lang="en-US" altLang="ko-KR" sz="9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-m “” </a:t>
            </a:r>
            <a:r>
              <a:rPr lang="ko-KR" altLang="en-US" sz="9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형태로 메시지 작성필요</a:t>
            </a:r>
          </a:p>
        </p:txBody>
      </p:sp>
    </p:spTree>
    <p:extLst>
      <p:ext uri="{BB962C8B-B14F-4D97-AF65-F5344CB8AC3E}">
        <p14:creationId xmlns:p14="http://schemas.microsoft.com/office/powerpoint/2010/main" val="329802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778D-55AD-6196-E108-2A729506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C0A71D9-5E42-7DE0-F895-2523571BB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0" y="171450"/>
            <a:ext cx="5359353" cy="6515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0C46B1-92F9-CC86-2E32-244EC1A98990}"/>
              </a:ext>
            </a:extLst>
          </p:cNvPr>
          <p:cNvSpPr txBox="1"/>
          <p:nvPr/>
        </p:nvSpPr>
        <p:spPr>
          <a:xfrm>
            <a:off x="3141239" y="508866"/>
            <a:ext cx="2225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status :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현재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상태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815374-B540-6C5D-7295-35076373E631}"/>
              </a:ext>
            </a:extLst>
          </p:cNvPr>
          <p:cNvSpPr txBox="1"/>
          <p:nvPr/>
        </p:nvSpPr>
        <p:spPr>
          <a:xfrm>
            <a:off x="3104294" y="3963266"/>
            <a:ext cx="2225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회의록 파일 만들기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3EE6690-19A8-854B-FE5C-A6E585672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652" y="171450"/>
            <a:ext cx="5998446" cy="53507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F2B1A3B-9991-50FC-3444-3AB0CB9CEE64}"/>
              </a:ext>
            </a:extLst>
          </p:cNvPr>
          <p:cNvSpPr txBox="1"/>
          <p:nvPr/>
        </p:nvSpPr>
        <p:spPr>
          <a:xfrm>
            <a:off x="9060874" y="755087"/>
            <a:ext cx="2588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status :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현재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상태 확인</a:t>
            </a:r>
            <a:endParaRPr lang="en-US" altLang="ko-KR" sz="1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파일 수정 후 현재상태 확인 시</a:t>
            </a:r>
            <a:endParaRPr lang="en-US" altLang="ko-KR" sz="1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Changes Not staged for commit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은 변경사항이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add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안된 파일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D8E784-B734-EF20-48B5-9E7CBC1732CD}"/>
              </a:ext>
            </a:extLst>
          </p:cNvPr>
          <p:cNvSpPr txBox="1"/>
          <p:nvPr/>
        </p:nvSpPr>
        <p:spPr>
          <a:xfrm>
            <a:off x="9060874" y="2639305"/>
            <a:ext cx="2690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add . :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변경사향 있는 모든 파일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Add</a:t>
            </a:r>
            <a:endParaRPr lang="ko-KR" altLang="en-US" sz="1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274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CC14-386B-1E1C-B431-BA9BF360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BF96AD-9E16-AFA5-1654-BA9AC5D51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04" y="194939"/>
            <a:ext cx="5389324" cy="61873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C64CA0-69BF-7070-A7AF-DC65D8D22821}"/>
              </a:ext>
            </a:extLst>
          </p:cNvPr>
          <p:cNvSpPr txBox="1"/>
          <p:nvPr/>
        </p:nvSpPr>
        <p:spPr>
          <a:xfrm>
            <a:off x="2965748" y="1801957"/>
            <a:ext cx="2446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Git add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후 현재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Staging area 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14396-82AC-EF5E-AA46-43451D29C907}"/>
              </a:ext>
            </a:extLst>
          </p:cNvPr>
          <p:cNvSpPr txBox="1"/>
          <p:nvPr/>
        </p:nvSpPr>
        <p:spPr>
          <a:xfrm>
            <a:off x="2679421" y="3621521"/>
            <a:ext cx="2733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Staging area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  </a:t>
            </a:r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add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된 파일 삭제</a:t>
            </a:r>
            <a:endParaRPr lang="en-US" altLang="ko-KR" sz="1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working directory</a:t>
            </a:r>
            <a:r>
              <a:rPr lang="ko-KR" altLang="en-US" sz="1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에는 그대로 존재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3188EF-7A4C-C5CA-3388-B11DEF45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728" y="194939"/>
            <a:ext cx="2074334" cy="28622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E69AD6-DCF2-689B-1837-0DE0FCA5F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062" y="193963"/>
            <a:ext cx="2044059" cy="64700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8EEF08-64F3-A193-5FF6-DB413484D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121" y="167987"/>
            <a:ext cx="2193040" cy="649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4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688F-D75A-FCF7-D2C3-8ED30364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95D4A19-BF96-4CAB-E6DF-9D43C15F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94784"/>
            <a:ext cx="10136015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4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0D43-99A7-350D-7AD0-8DE4B392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F149B4-289E-E5D9-8FDD-A3147F58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49" y="247206"/>
            <a:ext cx="3924848" cy="63635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8DE8281-2596-9961-C718-F5757D95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153" y="247206"/>
            <a:ext cx="7685995" cy="2210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2F2300-B1EE-41FE-CBBD-71B5CDC79D75}"/>
              </a:ext>
            </a:extLst>
          </p:cNvPr>
          <p:cNvSpPr txBox="1"/>
          <p:nvPr/>
        </p:nvSpPr>
        <p:spPr>
          <a:xfrm>
            <a:off x="5458691" y="2729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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</a:t>
            </a:r>
          </a:p>
        </p:txBody>
      </p:sp>
    </p:spTree>
    <p:extLst>
      <p:ext uri="{BB962C8B-B14F-4D97-AF65-F5344CB8AC3E}">
        <p14:creationId xmlns:p14="http://schemas.microsoft.com/office/powerpoint/2010/main" val="1261486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118</Words>
  <Application>Microsoft Office PowerPoint</Application>
  <PresentationFormat>와이드스크린</PresentationFormat>
  <Paragraphs>28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재현 안</dc:creator>
  <cp:lastModifiedBy>재현 안</cp:lastModifiedBy>
  <cp:revision>4</cp:revision>
  <dcterms:created xsi:type="dcterms:W3CDTF">2026-03-10T14:27:40Z</dcterms:created>
  <dcterms:modified xsi:type="dcterms:W3CDTF">2026-03-16T15:03:17Z</dcterms:modified>
</cp:coreProperties>
</file>