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085D27-DCDD-60FB-2CCC-73FF43F489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5394F0-CA9A-49B0-1A5E-946E9512C7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82B92E-222F-2E75-F6A7-A27EC8B2C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56097-0C12-427C-BB83-9FE11CF68DA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D2F0071-70FF-2986-8C2E-A8895E21B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7297B1-CE0B-EDD0-E6D1-021833FAD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E9F8F9-AE7B-474A-8DAA-BA579A3F2C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988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A88AAD-5738-C8DE-99DA-7A3F20541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E3F6AC-0016-0143-8B37-12F50285D1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C70E97-EDB4-6494-A95E-D8E6B1D26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56097-0C12-427C-BB83-9FE11CF68DA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5D8870-B69A-029C-0F98-84A1C4197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C70A32-3D19-9642-1BE0-41E7F3780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E9F8F9-AE7B-474A-8DAA-BA579A3F2C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4957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EC75FA-67F8-EA2B-0CAC-9197E9DBA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674F9AD-70F1-3212-FC59-55449DF50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466F9F-1A2B-ED68-6881-0DBD9728E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56097-0C12-427C-BB83-9FE11CF68DA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6C8AAF-C0F3-6187-9D5C-747AD15AD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4D052F-6224-B1D3-6D67-64799A958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E9F8F9-AE7B-474A-8DAA-BA579A3F2C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301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F59C0A-D6FA-3DFF-E8FD-E1ADEEBE9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8C012C-DC73-07DF-526E-0303BC066D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F4C35E-A44B-AB7E-EDC6-508D83BFB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7B873C-7317-515C-7281-76CDBC688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56097-0C12-427C-BB83-9FE11CF68DA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B21043-7150-C185-D2D8-4368D7DAE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5B8FAE-9193-033E-A22A-78F7E64AB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E9F8F9-AE7B-474A-8DAA-BA579A3F2C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4939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768881-35BD-2D39-6445-C97BFCF55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424BBAC-7D81-9772-C3B0-EDF4126DA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2499AD-7BD6-278A-A444-31A55F3280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3B52FE-8A83-ABCD-509D-748882F2C3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E73CE3C-6F42-2B83-259C-FAA43170D3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3B60E91-AB40-63E0-AAB2-7CD741940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56097-0C12-427C-BB83-9FE11CF68DA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8334DD8-4941-E8DB-B1A9-664F5B645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AFF424B-B490-C5CC-E41F-1BF1BDE6C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E9F8F9-AE7B-474A-8DAA-BA579A3F2C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568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2CEA8C-E6B7-470D-B11C-C41AA78E6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E90D7AC-D0D5-EA9B-4694-8B64CD13A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56097-0C12-427C-BB83-9FE11CF68DA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8EA55EC-B401-ED76-B3C5-794E5B22C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7226F34-8C61-6A0F-7EBB-902587080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E9F8F9-AE7B-474A-8DAA-BA579A3F2C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765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E31079-CAE9-F1B6-EAC5-BA0A47984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56097-0C12-427C-BB83-9FE11CF68DA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89486B3-0177-50CA-83DF-C79F576B5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849AA9-C428-FCDE-682F-72D181152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E9F8F9-AE7B-474A-8DAA-BA579A3F2C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7636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F8C62D-13AC-C440-9416-CF0DC4B96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686B45-E1F0-C97B-A1F3-05DF41489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0868A96-1AE0-C924-D49A-B74CB69F42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9EA07D-03BC-4209-65B1-677979A5D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56097-0C12-427C-BB83-9FE11CF68DA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335C6C-FEB3-04D0-6558-8DEAEFAF9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19D729A-5BE3-92B8-5428-E14BC2257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E9F8F9-AE7B-474A-8DAA-BA579A3F2C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2423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D3F4B5-80C0-B132-4911-B4F112011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78D3FB1-062E-66B6-D87A-8E0072C23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965B0D-F5A5-2235-15AE-192A30EBFF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433321B-B80B-AF3D-BC8D-8FFF3644A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56097-0C12-427C-BB83-9FE11CF68DA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F0F6F4-FE10-3ECC-365C-D863F5CDE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A982B11-69A6-875F-2BA6-964DCFB23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E9F8F9-AE7B-474A-8DAA-BA579A3F2C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4244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B81DD1-4CC6-8578-759F-DD9F29F33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B49B273-56B0-C162-48A2-20C180465A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B61AD88-BDCD-EE23-756C-B0C975AC9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56097-0C12-427C-BB83-9FE11CF68DA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C8014C8-D0DA-944A-73BC-1295FA550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967949-5F9B-BD4D-1241-0267D424D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E9F8F9-AE7B-474A-8DAA-BA579A3F2C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3947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BA8A49C-590F-D1C4-D038-4E29B32D2A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8DF99DB-6BE9-8A37-55F5-4964CD76D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BF98F3-35AF-43A9-C1EB-36EEC5D9C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56097-0C12-427C-BB83-9FE11CF68DA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CF308E-78BB-685C-88E9-6708D8C5E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4423E3-A4D6-FCA4-12EB-AAB346000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E9F8F9-AE7B-474A-8DAA-BA579A3F2C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4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73FC5BF-A268-9783-9020-CB3A7D655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E6C8C3-C137-24A2-93F2-93A0A23F1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861F12-F046-E39E-B2BD-9995E33983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B56097-0C12-427C-BB83-9FE11CF68DA0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7A05503-FF6C-3F18-2C43-1D5A1B02E8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A3C857-CAC6-77F1-972F-EA30B0EAD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E9F8F9-AE7B-474A-8DAA-BA579A3F2C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5757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B5288C8-6173-973B-6559-46C134222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91" y="452022"/>
            <a:ext cx="4420217" cy="59539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C1661F-469B-551C-F29F-C2B857DACEFF}"/>
              </a:ext>
            </a:extLst>
          </p:cNvPr>
          <p:cNvSpPr txBox="1"/>
          <p:nvPr/>
        </p:nvSpPr>
        <p:spPr>
          <a:xfrm>
            <a:off x="2753312" y="555048"/>
            <a:ext cx="14122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Git </a:t>
            </a:r>
            <a:r>
              <a:rPr lang="ko-KR" altLang="en-US" sz="10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폴더 만들기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5B99E7-EF45-A0B4-E7CD-62A2A6CD3CE4}"/>
              </a:ext>
            </a:extLst>
          </p:cNvPr>
          <p:cNvSpPr txBox="1"/>
          <p:nvPr/>
        </p:nvSpPr>
        <p:spPr>
          <a:xfrm>
            <a:off x="2762549" y="952211"/>
            <a:ext cx="14122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폴더로 이동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54B8A3-BB72-D354-6032-0E25B902E7BE}"/>
              </a:ext>
            </a:extLst>
          </p:cNvPr>
          <p:cNvSpPr txBox="1"/>
          <p:nvPr/>
        </p:nvSpPr>
        <p:spPr>
          <a:xfrm>
            <a:off x="3325967" y="1301458"/>
            <a:ext cx="141228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Git Master</a:t>
            </a:r>
            <a:r>
              <a:rPr lang="ko-KR" altLang="en-US" sz="8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로 설정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D6720C-DEDF-BB31-A2EC-FF9DDA2F76F5}"/>
              </a:ext>
            </a:extLst>
          </p:cNvPr>
          <p:cNvSpPr txBox="1"/>
          <p:nvPr/>
        </p:nvSpPr>
        <p:spPr>
          <a:xfrm>
            <a:off x="3316730" y="2927058"/>
            <a:ext cx="141228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Safe directory </a:t>
            </a:r>
            <a:r>
              <a:rPr lang="ko-KR" altLang="en-US" sz="8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설정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0F3676-51C7-B18E-FDE0-FD8674078269}"/>
              </a:ext>
            </a:extLst>
          </p:cNvPr>
          <p:cNvSpPr txBox="1"/>
          <p:nvPr/>
        </p:nvSpPr>
        <p:spPr>
          <a:xfrm>
            <a:off x="3676948" y="3943058"/>
            <a:ext cx="14122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.git </a:t>
            </a:r>
            <a:r>
              <a:rPr lang="ko-KR" altLang="en-US" sz="8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폴더가 </a:t>
            </a:r>
            <a:endParaRPr lang="en-US" altLang="ko-KR" sz="8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8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Repository</a:t>
            </a:r>
            <a:endParaRPr lang="ko-KR" altLang="en-US" sz="8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8EBEEF5-DA47-4E06-56D5-FC397E02F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651" y="452022"/>
            <a:ext cx="4816052" cy="592065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FEEBD99-FB4B-C7BE-461F-930E8A313AF5}"/>
              </a:ext>
            </a:extLst>
          </p:cNvPr>
          <p:cNvSpPr txBox="1"/>
          <p:nvPr/>
        </p:nvSpPr>
        <p:spPr>
          <a:xfrm>
            <a:off x="9077912" y="1198432"/>
            <a:ext cx="1126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Git </a:t>
            </a:r>
            <a:r>
              <a:rPr lang="ko-KR" altLang="en-US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폴더에 만든 </a:t>
            </a:r>
            <a:endParaRPr lang="en-US" altLang="ko-KR" sz="9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파일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2E5513-AC39-889C-A0EB-14A7BE6F81B4}"/>
              </a:ext>
            </a:extLst>
          </p:cNvPr>
          <p:cNvSpPr txBox="1"/>
          <p:nvPr/>
        </p:nvSpPr>
        <p:spPr>
          <a:xfrm>
            <a:off x="8842962" y="1668332"/>
            <a:ext cx="127893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Git Config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User name &amp;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User email </a:t>
            </a:r>
            <a:r>
              <a:rPr lang="ko-KR" altLang="en-US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설정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7883CE-9252-F79C-2427-AAE772099673}"/>
              </a:ext>
            </a:extLst>
          </p:cNvPr>
          <p:cNvSpPr txBox="1"/>
          <p:nvPr/>
        </p:nvSpPr>
        <p:spPr>
          <a:xfrm>
            <a:off x="8608012" y="3392473"/>
            <a:ext cx="1278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Git Commit </a:t>
            </a:r>
            <a:r>
              <a:rPr lang="ko-KR" altLang="en-US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전</a:t>
            </a:r>
            <a:endParaRPr lang="en-US" altLang="ko-KR" sz="9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Git add </a:t>
            </a:r>
            <a:r>
              <a:rPr lang="ko-KR" altLang="en-US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필수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8C07C6-0015-A337-233A-DC44A78C55FE}"/>
              </a:ext>
            </a:extLst>
          </p:cNvPr>
          <p:cNvSpPr txBox="1"/>
          <p:nvPr/>
        </p:nvSpPr>
        <p:spPr>
          <a:xfrm>
            <a:off x="8713810" y="4724199"/>
            <a:ext cx="153724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Git Commit </a:t>
            </a:r>
            <a:r>
              <a:rPr lang="ko-KR" altLang="en-US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전</a:t>
            </a:r>
            <a:endParaRPr lang="en-US" altLang="ko-KR" sz="9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파일 </a:t>
            </a:r>
            <a:r>
              <a:rPr lang="en-US" altLang="ko-KR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add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Add</a:t>
            </a:r>
            <a:r>
              <a:rPr lang="ko-KR" altLang="en-US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해야 </a:t>
            </a:r>
            <a:r>
              <a:rPr lang="en-US" altLang="ko-KR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Tracking </a:t>
            </a:r>
            <a:r>
              <a:rPr lang="ko-KR" altLang="en-US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시작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EBC541-6B46-4EF8-190B-65DA843E4B8D}"/>
              </a:ext>
            </a:extLst>
          </p:cNvPr>
          <p:cNvSpPr txBox="1"/>
          <p:nvPr/>
        </p:nvSpPr>
        <p:spPr>
          <a:xfrm>
            <a:off x="8692609" y="5208718"/>
            <a:ext cx="153724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Git Commit </a:t>
            </a:r>
            <a:r>
              <a:rPr lang="ko-KR" altLang="en-US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시</a:t>
            </a:r>
            <a:endParaRPr lang="en-US" altLang="ko-KR" sz="9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-m “” </a:t>
            </a:r>
            <a:r>
              <a:rPr lang="ko-KR" altLang="en-US" sz="9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형태로 메시지 작성필요</a:t>
            </a:r>
          </a:p>
        </p:txBody>
      </p:sp>
    </p:spTree>
    <p:extLst>
      <p:ext uri="{BB962C8B-B14F-4D97-AF65-F5344CB8AC3E}">
        <p14:creationId xmlns:p14="http://schemas.microsoft.com/office/powerpoint/2010/main" val="3298024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53</Words>
  <Application>Microsoft Office PowerPoint</Application>
  <PresentationFormat>와이드스크린</PresentationFormat>
  <Paragraphs>18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HY견고딕</vt:lpstr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재현 안</dc:creator>
  <cp:lastModifiedBy>재현 안</cp:lastModifiedBy>
  <cp:revision>1</cp:revision>
  <dcterms:created xsi:type="dcterms:W3CDTF">2026-03-10T14:27:40Z</dcterms:created>
  <dcterms:modified xsi:type="dcterms:W3CDTF">2026-03-10T15:04:03Z</dcterms:modified>
</cp:coreProperties>
</file>